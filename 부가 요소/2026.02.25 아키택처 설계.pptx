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9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B31AF9-A27A-DC9A-B799-B92969F12F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583F873-C1FD-8BF3-5205-9E10B7A46B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884005-8BC5-68BD-109D-AA9CE9322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2E5E-4EC2-48EE-8E0B-E70D9B9961FA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BDD88C-839E-DA94-BA15-3BE37A702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1E4367-9DD0-CF34-5258-EC2877A98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EB0EE-CBC2-435E-800A-47D5C96BE3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149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C279E2-6010-1CB4-6C67-9547018BC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BF8CF0-6976-7B99-449C-89263121B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00902B-9C89-9714-B564-B5BB5BA62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2E5E-4EC2-48EE-8E0B-E70D9B9961FA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2780D7-CAE0-C18C-0BA2-1090F2015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6FD08E-ADD8-3B5E-C178-2227A24BB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EB0EE-CBC2-435E-800A-47D5C96BE3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8415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4F9AFB-052E-B613-DE26-0255CCE4C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F5DF39-22A0-C497-A281-B1AE7B7010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DE0BAA-A538-FC67-D074-73ED289E6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2E5E-4EC2-48EE-8E0B-E70D9B9961FA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4E3546-1F9D-5B33-68FA-A09853940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1E0933-5B67-A92F-1C0C-6D8F16768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EB0EE-CBC2-435E-800A-47D5C96BE3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0505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6F4EAF-2BD0-3C92-0306-E6261D2C0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5D0305-5272-4D97-1FB9-F8EA723562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2EFD39-E0E8-953B-FD8B-761A93FD84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08DAC2-7347-10B7-DE52-4A893120E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2E5E-4EC2-48EE-8E0B-E70D9B9961FA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AEB77F-5E79-E850-CE1F-1CA1BEEF8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A3411B7-6624-6E9C-2185-E69BDEC84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EB0EE-CBC2-435E-800A-47D5C96BE3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1943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DD2F71-9D77-C142-579D-28AFAF9A8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E0E124-4F3F-6961-2CE2-045C4C2FC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B4967C3-B7BF-0B4C-697E-9B59B8769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03E8835-3B41-3AE3-11EF-5309124117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EFCF062-B66E-2C3D-13EB-7B8D5BC228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0555444-0640-65E1-8573-FF147995E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2E5E-4EC2-48EE-8E0B-E70D9B9961FA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F794E65-3559-DBB6-40C5-28A02CAAE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C754535-FA7F-2086-644B-2E3FBAC33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EB0EE-CBC2-435E-800A-47D5C96BE3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6452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6384E3-8583-BA40-1195-4B22DA5EB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478F9C5-31E9-79C6-6C3B-60050B150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2E5E-4EC2-48EE-8E0B-E70D9B9961FA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300B16C-1EE9-D0CE-ABF9-748C4EE9D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F246AA-508C-CC78-0828-4C0EC3E3B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EB0EE-CBC2-435E-800A-47D5C96BE3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1026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8836123-3EB0-8550-E9EC-8BAFA420B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2E5E-4EC2-48EE-8E0B-E70D9B9961FA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598BAD2-E460-39EB-2867-E022AD170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4E6E3B-89B4-E76E-936C-D2DD76EF6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EB0EE-CBC2-435E-800A-47D5C96BE3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7595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44B87D-24F5-1C10-AC37-A04007F63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0A4E46-CBE4-1D67-C445-E1EF381F9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D596D21-3EE7-D31F-C56F-7D49FB837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5BB95D-BEB0-8A05-D04F-2EA75E8D9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2E5E-4EC2-48EE-8E0B-E70D9B9961FA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F1D7282-AC5B-A530-F871-FEAD7AD94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F28407-06A6-45C7-D44B-1C61B3DF6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EB0EE-CBC2-435E-800A-47D5C96BE3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5960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97CBB8-0FB2-A5CB-F330-F8724BC72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626FCA5-CBA8-4A44-8CD0-DDC2F59361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77AFB1E-074D-E4D0-40F8-679EFAE870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EF58B55-EE2B-5C03-A999-E42D605AC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2E5E-4EC2-48EE-8E0B-E70D9B9961FA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09F06E-4736-D86F-0E47-0B69C8AF2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677601-87AE-2239-D58B-9479CF130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EB0EE-CBC2-435E-800A-47D5C96BE3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829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0B546-908F-B829-0205-74E750E00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5F572CB-7407-A1A1-721B-8285C1E624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4CEB9C-C9EF-25A1-C6E9-4C60F0692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2E5E-4EC2-48EE-8E0B-E70D9B9961FA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382FDA-C0CE-3656-DE9D-F76AE60C0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7983D9-A808-B7AF-3CCF-FF5E3AF00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EB0EE-CBC2-435E-800A-47D5C96BE3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7967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11699A3-28EB-7393-5C1B-3D65E5483C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BCB94B3-204E-C39F-9938-D761FB1DAD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FF4187-A513-B86D-2C3D-C9694D4C1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2E5E-4EC2-48EE-8E0B-E70D9B9961FA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905F56-A92C-6C90-8C31-3ACD0A074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CB6AAF-59A0-ED03-AF55-187DBB03B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EB0EE-CBC2-435E-800A-47D5C96BE3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466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2EB1045-0707-F3EC-8D40-3BC9DB96F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615093-33BE-9C24-0D08-9E416765A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419A55-80D4-E343-0349-58442EC9B1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172E5E-4EC2-48EE-8E0B-E70D9B9961FA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65C196-273C-2F48-DD56-F3B47E4094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973584-2CB8-FD39-7C59-0AE5DCD64F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DEB0EE-CBC2-435E-800A-47D5C96BE3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3672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3EA16A8C-98C9-F2B3-D6B5-97A358459236}"/>
              </a:ext>
            </a:extLst>
          </p:cNvPr>
          <p:cNvSpPr/>
          <p:nvPr/>
        </p:nvSpPr>
        <p:spPr>
          <a:xfrm>
            <a:off x="444138" y="635726"/>
            <a:ext cx="1881052" cy="13585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[Docker]</a:t>
            </a:r>
          </a:p>
          <a:p>
            <a:pPr algn="ctr"/>
            <a:r>
              <a:rPr lang="en-US" altLang="ko-KR" sz="1000" dirty="0"/>
              <a:t>C-Client</a:t>
            </a:r>
          </a:p>
          <a:p>
            <a:pPr algn="ctr"/>
            <a:r>
              <a:rPr lang="ko-KR" altLang="en-US" sz="1000" dirty="0"/>
              <a:t>과거 </a:t>
            </a:r>
            <a:r>
              <a:rPr lang="en-US" altLang="ko-KR" sz="1000" dirty="0"/>
              <a:t>: “</a:t>
            </a:r>
            <a:r>
              <a:rPr lang="ko-KR" altLang="en-US" sz="1000" dirty="0"/>
              <a:t>스마트 표지판 </a:t>
            </a:r>
            <a:r>
              <a:rPr lang="en-US" altLang="ko-KR" sz="1000" dirty="0"/>
              <a:t>IoT”</a:t>
            </a:r>
          </a:p>
          <a:p>
            <a:pPr algn="ctr"/>
            <a:endParaRPr lang="en-US" altLang="ko-KR" sz="1000" dirty="0"/>
          </a:p>
          <a:p>
            <a:pPr algn="ctr"/>
            <a:r>
              <a:rPr lang="ko-KR" altLang="en-US" sz="1000" dirty="0"/>
              <a:t>독립 </a:t>
            </a:r>
            <a:r>
              <a:rPr lang="en-US" altLang="ko-KR" sz="1000" dirty="0"/>
              <a:t>IP </a:t>
            </a:r>
            <a:r>
              <a:rPr lang="ko-KR" altLang="en-US" sz="1000" dirty="0"/>
              <a:t>부여</a:t>
            </a:r>
            <a:endParaRPr lang="en-US" altLang="ko-KR" sz="1000" dirty="0"/>
          </a:p>
          <a:p>
            <a:pPr algn="ctr"/>
            <a:r>
              <a:rPr lang="ko-KR" altLang="en-US" sz="1000" dirty="0"/>
              <a:t>네트워크 지연 </a:t>
            </a:r>
            <a:r>
              <a:rPr lang="ko-KR" altLang="en-US" sz="1000" dirty="0" err="1"/>
              <a:t>시뮬</a:t>
            </a:r>
            <a:endParaRPr lang="en-US" altLang="ko-KR" sz="10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4CFAAD9-F257-32C4-BDC8-9A7687650F3E}"/>
              </a:ext>
            </a:extLst>
          </p:cNvPr>
          <p:cNvSpPr/>
          <p:nvPr/>
        </p:nvSpPr>
        <p:spPr>
          <a:xfrm>
            <a:off x="2899954" y="775667"/>
            <a:ext cx="1493522" cy="10786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[</a:t>
            </a:r>
            <a:r>
              <a:rPr lang="ko-KR" altLang="en-US" sz="1000" b="1" dirty="0"/>
              <a:t>통신 프로토콜</a:t>
            </a:r>
            <a:r>
              <a:rPr lang="en-US" altLang="ko-KR" sz="1000" b="1" dirty="0"/>
              <a:t>]</a:t>
            </a:r>
          </a:p>
          <a:p>
            <a:pPr algn="ctr"/>
            <a:r>
              <a:rPr lang="en-US" altLang="ko-KR" sz="1000" dirty="0"/>
              <a:t>MQTT (TCP/TLS)</a:t>
            </a:r>
          </a:p>
          <a:p>
            <a:pPr algn="ctr"/>
            <a:r>
              <a:rPr lang="ko-KR" altLang="en-US" sz="1000" dirty="0"/>
              <a:t>과거 </a:t>
            </a:r>
            <a:r>
              <a:rPr lang="en-US" altLang="ko-KR" sz="1000" dirty="0"/>
              <a:t>: HTTP</a:t>
            </a:r>
          </a:p>
          <a:p>
            <a:pPr algn="ctr"/>
            <a:endParaRPr lang="en-US" altLang="ko-KR" sz="1000" dirty="0"/>
          </a:p>
          <a:p>
            <a:pPr algn="ctr"/>
            <a:r>
              <a:rPr lang="ko-KR" altLang="en-US" sz="1000" dirty="0"/>
              <a:t>경량 패킷 </a:t>
            </a:r>
            <a:r>
              <a:rPr lang="en-US" altLang="ko-KR" sz="1000" dirty="0"/>
              <a:t>(20</a:t>
            </a:r>
            <a:r>
              <a:rPr lang="ko-KR" altLang="en-US" sz="1000" dirty="0"/>
              <a:t>자</a:t>
            </a:r>
            <a:r>
              <a:rPr lang="en-US" altLang="ko-KR" sz="1000" dirty="0"/>
              <a:t>)</a:t>
            </a:r>
            <a:br>
              <a:rPr lang="en-US" altLang="ko-KR" sz="1000" dirty="0"/>
            </a:br>
            <a:r>
              <a:rPr lang="ko-KR" altLang="en-US" sz="1000" dirty="0"/>
              <a:t>패킷 암호화</a:t>
            </a:r>
            <a:endParaRPr lang="en-US" altLang="ko-KR" sz="10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0471459-7CFD-9EFD-C36F-5F918B7BEFE0}"/>
              </a:ext>
            </a:extLst>
          </p:cNvPr>
          <p:cNvSpPr/>
          <p:nvPr/>
        </p:nvSpPr>
        <p:spPr>
          <a:xfrm>
            <a:off x="4968241" y="635726"/>
            <a:ext cx="4015740" cy="33647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 dirty="0"/>
              <a:t>[Docker Compose]</a:t>
            </a:r>
          </a:p>
          <a:p>
            <a:pPr algn="ctr"/>
            <a:r>
              <a:rPr lang="ko-KR" altLang="en-US" sz="1000" dirty="0"/>
              <a:t>과거 </a:t>
            </a:r>
            <a:r>
              <a:rPr lang="en-US" altLang="ko-KR" sz="1000" dirty="0"/>
              <a:t>: </a:t>
            </a:r>
            <a:r>
              <a:rPr lang="ko-KR" altLang="en-US" sz="1000" dirty="0"/>
              <a:t>가상 </a:t>
            </a:r>
            <a:r>
              <a:rPr lang="ko-KR" altLang="en-US" sz="1000" dirty="0" err="1"/>
              <a:t>라즈베리파이</a:t>
            </a:r>
            <a:r>
              <a:rPr lang="ko-KR" altLang="en-US" sz="1000" dirty="0"/>
              <a:t> </a:t>
            </a:r>
            <a:r>
              <a:rPr lang="en-US" altLang="ko-KR" sz="1000" dirty="0"/>
              <a:t>+ Ubuntu(OS)</a:t>
            </a:r>
          </a:p>
          <a:p>
            <a:pPr algn="ctr"/>
            <a:r>
              <a:rPr lang="en-US" altLang="ko-KR" sz="1000" dirty="0"/>
              <a:t>4</a:t>
            </a:r>
            <a:r>
              <a:rPr lang="ko-KR" altLang="en-US" sz="1000" dirty="0"/>
              <a:t>개의 </a:t>
            </a:r>
            <a:r>
              <a:rPr lang="ko-KR" altLang="en-US" sz="1000" dirty="0" err="1"/>
              <a:t>도커</a:t>
            </a:r>
            <a:r>
              <a:rPr lang="ko-KR" altLang="en-US" sz="1000" dirty="0"/>
              <a:t> </a:t>
            </a:r>
            <a:r>
              <a:rPr lang="en-US" altLang="ko-KR" sz="1000" dirty="0"/>
              <a:t>list</a:t>
            </a:r>
          </a:p>
          <a:p>
            <a:pPr algn="ctr"/>
            <a:endParaRPr lang="en-US" altLang="ko-KR" sz="10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05D00FA-38A6-AF6B-1C86-132F7BA27DD9}"/>
              </a:ext>
            </a:extLst>
          </p:cNvPr>
          <p:cNvSpPr/>
          <p:nvPr/>
        </p:nvSpPr>
        <p:spPr>
          <a:xfrm>
            <a:off x="5273040" y="1171905"/>
            <a:ext cx="1493522" cy="10786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[MQTT Broker Server]</a:t>
            </a:r>
          </a:p>
          <a:p>
            <a:pPr algn="ctr"/>
            <a:r>
              <a:rPr lang="ko-KR" altLang="en-US" sz="1000" dirty="0"/>
              <a:t>과거 </a:t>
            </a:r>
            <a:r>
              <a:rPr lang="en-US" altLang="ko-KR" sz="1000" dirty="0"/>
              <a:t>: Apache2</a:t>
            </a:r>
          </a:p>
          <a:p>
            <a:pPr algn="ctr"/>
            <a:r>
              <a:rPr lang="en-US" altLang="ko-KR" sz="1000" dirty="0" err="1"/>
              <a:t>Mosquitto</a:t>
            </a:r>
            <a:endParaRPr lang="en-US" altLang="ko-KR" sz="10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72AC17F-753F-6824-78F0-B8422CFC265A}"/>
              </a:ext>
            </a:extLst>
          </p:cNvPr>
          <p:cNvSpPr/>
          <p:nvPr/>
        </p:nvSpPr>
        <p:spPr>
          <a:xfrm>
            <a:off x="7169329" y="2704615"/>
            <a:ext cx="1493522" cy="10786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[Database]</a:t>
            </a:r>
          </a:p>
          <a:p>
            <a:pPr algn="ctr"/>
            <a:r>
              <a:rPr lang="en-US" altLang="ko-KR" sz="1000" dirty="0"/>
              <a:t>MariaDB</a:t>
            </a:r>
          </a:p>
          <a:p>
            <a:pPr algn="ctr"/>
            <a:r>
              <a:rPr lang="ko-KR" altLang="en-US" sz="1000" dirty="0"/>
              <a:t>과거 </a:t>
            </a:r>
            <a:r>
              <a:rPr lang="en-US" altLang="ko-KR" sz="1000" dirty="0"/>
              <a:t>: MySQL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0B83F29-8454-9100-206F-D6745ADB128F}"/>
              </a:ext>
            </a:extLst>
          </p:cNvPr>
          <p:cNvSpPr/>
          <p:nvPr/>
        </p:nvSpPr>
        <p:spPr>
          <a:xfrm>
            <a:off x="7167154" y="1184361"/>
            <a:ext cx="1493522" cy="10786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[Backend]</a:t>
            </a:r>
          </a:p>
          <a:p>
            <a:pPr algn="ctr"/>
            <a:r>
              <a:rPr lang="ko-KR" altLang="en-US" sz="1000" dirty="0"/>
              <a:t>과거 </a:t>
            </a:r>
            <a:r>
              <a:rPr lang="en-US" altLang="ko-KR" sz="1000" dirty="0"/>
              <a:t>: PHP</a:t>
            </a:r>
          </a:p>
          <a:p>
            <a:pPr algn="ctr"/>
            <a:r>
              <a:rPr lang="en-US" altLang="ko-KR" sz="1000" dirty="0"/>
              <a:t>(Node.js/TypeScript)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EF0D825-F141-D262-BFE1-89160FC0CE19}"/>
              </a:ext>
            </a:extLst>
          </p:cNvPr>
          <p:cNvSpPr/>
          <p:nvPr/>
        </p:nvSpPr>
        <p:spPr>
          <a:xfrm>
            <a:off x="5273040" y="2704615"/>
            <a:ext cx="1493522" cy="10786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[</a:t>
            </a:r>
            <a:r>
              <a:rPr lang="ko-KR" altLang="en-US" sz="1000" b="1" dirty="0"/>
              <a:t>원격 접속 환경</a:t>
            </a:r>
            <a:r>
              <a:rPr lang="en-US" altLang="ko-KR" sz="1000" b="1" dirty="0"/>
              <a:t>]</a:t>
            </a:r>
          </a:p>
          <a:p>
            <a:pPr algn="ctr"/>
            <a:r>
              <a:rPr lang="en-US" altLang="ko-KR" sz="1000" dirty="0"/>
              <a:t>SSH Gate</a:t>
            </a:r>
          </a:p>
          <a:p>
            <a:pPr algn="ctr"/>
            <a:r>
              <a:rPr lang="en-US" altLang="ko-KR" sz="1000" dirty="0"/>
              <a:t>(Port</a:t>
            </a:r>
            <a:r>
              <a:rPr lang="ko-KR" altLang="en-US" sz="1000" dirty="0"/>
              <a:t> </a:t>
            </a:r>
            <a:r>
              <a:rPr lang="en-US" altLang="ko-KR" sz="1000" dirty="0"/>
              <a:t>2222)</a:t>
            </a:r>
          </a:p>
          <a:p>
            <a:pPr algn="ctr"/>
            <a:r>
              <a:rPr lang="ko-KR" altLang="en-US" sz="1000" dirty="0"/>
              <a:t>과거 </a:t>
            </a:r>
            <a:r>
              <a:rPr lang="en-US" altLang="ko-KR" sz="1000" dirty="0"/>
              <a:t>: Port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04F30FDD-89A6-320B-BDC1-18F1230180C6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2325190" y="1314994"/>
            <a:ext cx="574764" cy="1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F2BB1139-1C6D-0101-6CDF-B4DE72AF4ACE}"/>
              </a:ext>
            </a:extLst>
          </p:cNvPr>
          <p:cNvCxnSpPr>
            <a:stCxn id="6" idx="3"/>
          </p:cNvCxnSpPr>
          <p:nvPr/>
        </p:nvCxnSpPr>
        <p:spPr>
          <a:xfrm>
            <a:off x="4393476" y="1314994"/>
            <a:ext cx="574764" cy="0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E3200D70-FA20-5967-C267-30E49977C27B}"/>
              </a:ext>
            </a:extLst>
          </p:cNvPr>
          <p:cNvCxnSpPr>
            <a:stCxn id="8" idx="3"/>
            <a:endCxn id="10" idx="1"/>
          </p:cNvCxnSpPr>
          <p:nvPr/>
        </p:nvCxnSpPr>
        <p:spPr>
          <a:xfrm>
            <a:off x="6766562" y="1711232"/>
            <a:ext cx="400592" cy="12456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1308DE46-F29B-4E77-6807-138F2DFF2474}"/>
              </a:ext>
            </a:extLst>
          </p:cNvPr>
          <p:cNvCxnSpPr>
            <a:cxnSpLocks/>
            <a:stCxn id="10" idx="2"/>
            <a:endCxn id="9" idx="0"/>
          </p:cNvCxnSpPr>
          <p:nvPr/>
        </p:nvCxnSpPr>
        <p:spPr>
          <a:xfrm>
            <a:off x="7913915" y="2263015"/>
            <a:ext cx="2175" cy="441600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A769D6EE-5B2B-BB7C-4B6C-C445B010C1E8}"/>
              </a:ext>
            </a:extLst>
          </p:cNvPr>
          <p:cNvCxnSpPr>
            <a:cxnSpLocks/>
            <a:stCxn id="27" idx="3"/>
            <a:endCxn id="11" idx="1"/>
          </p:cNvCxnSpPr>
          <p:nvPr/>
        </p:nvCxnSpPr>
        <p:spPr>
          <a:xfrm>
            <a:off x="4606563" y="3243035"/>
            <a:ext cx="666477" cy="907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149360F-A1DD-AB2C-1862-59570FB9A064}"/>
              </a:ext>
            </a:extLst>
          </p:cNvPr>
          <p:cNvSpPr/>
          <p:nvPr/>
        </p:nvSpPr>
        <p:spPr>
          <a:xfrm>
            <a:off x="2725511" y="2625028"/>
            <a:ext cx="1881052" cy="12360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[CI/CD</a:t>
            </a:r>
            <a:r>
              <a:rPr lang="ko-KR" altLang="en-US" sz="1000" b="1" dirty="0"/>
              <a:t> 및 형상관리</a:t>
            </a:r>
            <a:r>
              <a:rPr lang="en-US" altLang="ko-KR" sz="1000" b="1" dirty="0"/>
              <a:t>]</a:t>
            </a:r>
          </a:p>
          <a:p>
            <a:pPr algn="ctr"/>
            <a:r>
              <a:rPr lang="en-US" altLang="ko-KR" sz="1000" dirty="0"/>
              <a:t>GitHub Action, </a:t>
            </a:r>
            <a:r>
              <a:rPr lang="en-US" altLang="ko-KR" sz="1000" dirty="0" err="1"/>
              <a:t>Github</a:t>
            </a:r>
            <a:endParaRPr lang="en-US" altLang="ko-KR" sz="1000" dirty="0"/>
          </a:p>
          <a:p>
            <a:pPr algn="ctr"/>
            <a:r>
              <a:rPr lang="ko-KR" altLang="en-US" sz="1000" dirty="0"/>
              <a:t>과거 </a:t>
            </a:r>
            <a:r>
              <a:rPr lang="en-US" altLang="ko-KR" sz="1000" dirty="0"/>
              <a:t>: </a:t>
            </a:r>
            <a:r>
              <a:rPr lang="ko-KR" altLang="en-US" sz="1000" dirty="0"/>
              <a:t>수동 입력</a:t>
            </a:r>
            <a:endParaRPr lang="en-US" altLang="ko-KR" sz="1000" dirty="0"/>
          </a:p>
          <a:p>
            <a:pPr algn="ctr"/>
            <a:r>
              <a:rPr lang="en-US" altLang="ko-KR" sz="1000" dirty="0"/>
              <a:t>SSH Key, .env</a:t>
            </a:r>
            <a:r>
              <a:rPr lang="ko-KR" altLang="en-US" sz="1000" dirty="0"/>
              <a:t>환경변수 관리</a:t>
            </a:r>
            <a:endParaRPr lang="en-US" altLang="ko-KR" sz="1000" dirty="0"/>
          </a:p>
          <a:p>
            <a:pPr algn="ctr"/>
            <a:r>
              <a:rPr lang="ko-KR" altLang="en-US" sz="1000" dirty="0"/>
              <a:t>자격 증명 봉인</a:t>
            </a:r>
            <a:r>
              <a:rPr lang="en-US" altLang="ko-KR" sz="1000" dirty="0"/>
              <a:t>/</a:t>
            </a:r>
            <a:r>
              <a:rPr lang="ko-KR" altLang="en-US" sz="1000" dirty="0"/>
              <a:t>파기</a:t>
            </a:r>
            <a:endParaRPr lang="en-US" altLang="ko-KR" sz="1000" dirty="0"/>
          </a:p>
          <a:p>
            <a:pPr algn="ctr"/>
            <a:r>
              <a:rPr lang="ko-KR" altLang="en-US" sz="1000" dirty="0"/>
              <a:t>설계도 기반 회복 탄력성</a:t>
            </a:r>
            <a:endParaRPr lang="en-US" altLang="ko-KR" sz="1000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17056CD-B6DA-2451-0968-ABE43EFEF407}"/>
              </a:ext>
            </a:extLst>
          </p:cNvPr>
          <p:cNvSpPr/>
          <p:nvPr/>
        </p:nvSpPr>
        <p:spPr>
          <a:xfrm>
            <a:off x="5204734" y="4281176"/>
            <a:ext cx="1630134" cy="8655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[</a:t>
            </a:r>
            <a:r>
              <a:rPr lang="ko-KR" altLang="en-US" sz="1000" b="1" dirty="0"/>
              <a:t>외부 관리자</a:t>
            </a:r>
            <a:r>
              <a:rPr lang="en-US" altLang="ko-KR" sz="1000" b="1" dirty="0"/>
              <a:t>]</a:t>
            </a:r>
          </a:p>
          <a:p>
            <a:pPr algn="ctr"/>
            <a:r>
              <a:rPr lang="ko-KR" altLang="en-US" sz="1000" dirty="0"/>
              <a:t>비상용 마스터키 관리자</a:t>
            </a:r>
            <a:endParaRPr lang="en-US" altLang="ko-KR" sz="1000" dirty="0"/>
          </a:p>
          <a:p>
            <a:pPr algn="ctr"/>
            <a:r>
              <a:rPr lang="ko-KR" altLang="en-US" sz="1000" dirty="0"/>
              <a:t>로컬 </a:t>
            </a:r>
            <a:r>
              <a:rPr lang="en-US" altLang="ko-KR" sz="1000" dirty="0"/>
              <a:t>PC</a:t>
            </a:r>
          </a:p>
          <a:p>
            <a:pPr algn="ctr"/>
            <a:r>
              <a:rPr lang="ko-KR" altLang="en-US" sz="1000" dirty="0"/>
              <a:t>과거 </a:t>
            </a:r>
            <a:r>
              <a:rPr lang="en-US" altLang="ko-KR" sz="1000" dirty="0"/>
              <a:t>: </a:t>
            </a:r>
            <a:r>
              <a:rPr lang="ko-KR" altLang="en-US" sz="1000" dirty="0"/>
              <a:t>외부 </a:t>
            </a:r>
            <a:r>
              <a:rPr lang="en-US" altLang="ko-KR" sz="1000" dirty="0"/>
              <a:t>PC</a:t>
            </a: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1810652D-A0BA-A210-79CD-B9A53B4FDB7F}"/>
              </a:ext>
            </a:extLst>
          </p:cNvPr>
          <p:cNvCxnSpPr>
            <a:cxnSpLocks/>
            <a:stCxn id="30" idx="0"/>
            <a:endCxn id="11" idx="2"/>
          </p:cNvCxnSpPr>
          <p:nvPr/>
        </p:nvCxnSpPr>
        <p:spPr>
          <a:xfrm flipV="1">
            <a:off x="6019801" y="3783269"/>
            <a:ext cx="0" cy="497907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6500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143</Words>
  <Application>Microsoft Office PowerPoint</Application>
  <PresentationFormat>와이드스크린</PresentationFormat>
  <Paragraphs>37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이동주</dc:creator>
  <cp:lastModifiedBy>이동주</cp:lastModifiedBy>
  <cp:revision>2</cp:revision>
  <dcterms:created xsi:type="dcterms:W3CDTF">2026-02-24T10:35:28Z</dcterms:created>
  <dcterms:modified xsi:type="dcterms:W3CDTF">2026-02-24T17:26:15Z</dcterms:modified>
</cp:coreProperties>
</file>